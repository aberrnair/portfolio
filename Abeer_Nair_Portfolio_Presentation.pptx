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5303520"/>
          </a:xfrm>
          <a:prstGeom prst="rect">
            <a:avLst/>
          </a:prstGeom>
          <a:solidFill>
            <a:srgbClr val="111827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97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ENGINEERING &amp; DESIGN 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ABEER NAIR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Champion's Realm: Non-Academic Portfolio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78892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High-Performance, Cinematic Web Platform Showcasing Competitive Athletics, Campus Leadership, and Personal Curiosity.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749040"/>
            <a:ext cx="6217920" cy="914400"/>
          </a:xfrm>
          <a:prstGeom prst="rect">
            <a:avLst/>
          </a:prstGeom>
          <a:solidFill>
            <a:srgbClr val="0A0E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388620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EF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competitive athlete, a reliable organiser, and a curious, people-loving person who enjoys every new challenge."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" y="49377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Abeer Nair  |  B.Tech Information Technology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SVKM's NMIMS MPSTME, Shirpur Campus</a:t>
            </a:r>
            <a:endParaRPr lang="en-US" sz="1100" dirty="0"/>
          </a:p>
        </p:txBody>
      </p:sp>
      <p:pic>
        <p:nvPicPr>
          <p:cNvPr id="10" name="Image 0" descr="C:\Users\hp\OneDrive\Desktop\portfolio\public\images\yuva_sports_trophy_wi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291840" cy="45720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1097280"/>
            <a:ext cx="3291840" cy="4572000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0" y="5303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NMIMS Yuva Sports 2026 Winner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Objectives &amp; Mission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non-academic excellence into a verifiable, high-impact digital identity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Abeer Nair | The Champion's Realm • Non-Academic Portfolio Case Study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1206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83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1828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MULTIDIMENSIONAL PERSONA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Holistic Human Representation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560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Transcend the rigid limitations of academic transcripts. Present a complete 360° portrait spanning national sports, campus governance, world travel, and culinary creativity.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51206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783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23760" y="1828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DOCUMENTED TRACK RECORD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55080" y="2194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Evidence-Based Verification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560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authentic, documented proof of achievements—including School National Table Tennis, West Zone Inter-University, and the Yuva Sports 2026 championship victory.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51206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069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4114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ALIGNMENT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0120" y="4480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Transferable Competency Mapping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846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how physical conditioning, tournament composure under pressure, and event security crisis management translate directly into high-stakes engineering teamwork.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886200"/>
            <a:ext cx="51206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069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3760" y="4114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UNFORGETTABLE EXPERIENCE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4480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Cinematic &amp; Engaging Storytelling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4846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 an immersive visual theme ('If Game of Thrones had a website') with rich obsidian tones, gold gradients, and interactive components that captivate recruiters and evaluators.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RATIONALE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Create a Non-Academic Portfolio?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 critical blind spots of traditional technical resumes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Abeer Nair | The Champion's Realm • Non-Academic Portfolio Case Study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120640" cy="4480560"/>
          </a:xfrm>
          <a:prstGeom prst="rect">
            <a:avLst/>
          </a:prstGeom>
          <a:solidFill>
            <a:srgbClr val="13111C"/>
          </a:solidFill>
          <a:ln w="19050">
            <a:solidFill>
              <a:srgbClr val="7F1D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TRADITIONAL RESUME DILEMMA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Flat, Unidimensional &amp; Dry Text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6060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 Reduces multi-year athletic rigor into a single bullet point line.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2918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 Fails to communicate pressure management, adrenaline control, and fast reflexes.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9776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 Leaves organizing leadership (Security Core, SIH 2025) without human context or visual evidence.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6634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 Completely ignores curiosity traits like world exploration and culinary experimentation.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53492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 Lacks emotional resonance—recruiters review hundreds of identical monochrome PDFs.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5120640" cy="4480560"/>
          </a:xfrm>
          <a:prstGeom prst="rect">
            <a:avLst/>
          </a:prstGeom>
          <a:solidFill>
            <a:srgbClr val="0D1A1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INTERACTIVE PORTFOLIO ADVANTAGE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Proof of Grit, Charisma &amp; Craft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26060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 Authentic Visual Proof: Live match action, trophy ceremonies, and podium addresses.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2918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 Cross-Functional Transferability: Shows how athletic stamina drives 36-hour hackathons.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9776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 Interactive Engagement: Switchable views, responsive filters, and dynamic timelines.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46634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 Memorable Personal Brand: The 'Champion's Realm' aesthetic creates an unforgettable impression.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53492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 Global Accessibility: Instant web deployment on Netlify &amp; GitHub Pages accessible worldwide.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UX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Heuristic Principles Applied (Part 1)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Jakob Nielsen's 10 Usability Heuristics for seamless interaction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Abeer Nair | The Champion's Realm • Non-Academic Portfolio Case Study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3429000" cy="448056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1945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Visibility of System Status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7889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user informed at all times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0120" y="3291840"/>
            <a:ext cx="29718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4290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Sticky Glassmorphic Navbar: Highlights active section in real-time as user scrolls.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42976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State Indicators: Pulsing red broadcast dots ('Tournament Action', 'Active 2026').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Interactive Matrix Feedback: Highlighted cells illuminate real-time competency breakdowns.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1645920"/>
            <a:ext cx="3429000" cy="448056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21945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Between System &amp; Real World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7889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the user's language through intuitive metaphors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3291840"/>
            <a:ext cx="29718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4290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Tournament Scroll Timeline: Physical tournament progression from School to University champion.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42976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Metaphorical Categorization: 'The Arena' (Sport), 'The Forge' (Fitness), 'The Hearth' (Cooking).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Natural Terminology: Everyday conversational phrasing rather than developer jargon.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55280" y="1645920"/>
            <a:ext cx="3429000" cy="448056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83880" y="21945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Control and Freedom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83880" y="27889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 navigation and flexible viewing options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83880" y="3291840"/>
            <a:ext cx="29718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34290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Interactive Athlete Photo Switcher: One-click tabs to switch between Trophy, Match, Gym, Travel.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83880" y="42976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Instant Anchor Jumping: Smooth scroll triggers to leap between sections without lag.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8388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Global Return-To-Top Control: Persistent footer and nav shortcuts to reset view instantly.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UX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Heuristic Principles Applied (Part 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Consistency, recognition over recall, and minimalist aesthetic design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Abeer Nair | The Champion's Realm • Non-Academic Portfolio Case Study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3429000" cy="448056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H04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1945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Consistency &amp; Standards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7889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Design Token System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0120" y="3291840"/>
            <a:ext cx="29718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4290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Universal UI tokens across all 10 sections: 16px card radius, 1px gold border borders, obsidian backgrounds.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42976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Symmetrical Card Pairs: Mirrored structures in Fitness ('Gym Work' &amp; 'Core Power') and People ('Connecting' &amp; 'Speaking').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Consistent Badge Taxonomy: Standardized pill tags for levels, years, and skill tags.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1645920"/>
            <a:ext cx="3429000" cy="448056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H06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21945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Recognition Rather Than Recall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7889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Scannability &amp; Clarity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3291840"/>
            <a:ext cx="29718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4290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 Hero Stat Cards: Instant quantitative anchors above the fold (National, Zonal, Winner, 3 Events).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42976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Color-Coded Badges: Red for tournaments, Amber for events, Blue for travel, Green for real-world impact.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Skills Heatmap Matrix: Explicit visual grid connecting every non-academic pursuit to workplace strengths.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55280" y="1645920"/>
            <a:ext cx="3429000" cy="448056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H08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83880" y="219456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Aesthetic &amp; Minimalist Design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83880" y="27889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Signal-to-Noise Ratio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83880" y="3291840"/>
            <a:ext cx="297180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34290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Dark obsidian background eliminates screen glare while elevating high-res photos.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83880" y="429768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Carefully curated negative space gives breathing room to achievements without clutter.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83880" y="51663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Purposeful Framer Motion scroll triggers—subtle elevations rather than distracting page shifts.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IDENTITY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System: 'The Champion's Realm'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Game of Thrones Obsidian Aesthetic built on Modern React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Abeer Nair | The Champion's Realm • Non-Academic Portfolio Case Study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1206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Palette &amp; Atmosphere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Obsidian (#080B11) and Royal Midnight (#0D131F) provide an imposing foundation. Dragonfire Gold (#F59E0B) and Bright Amber (#FBBF24) symbolize victory and regal poise, with Crimson (#DC2626) accents for athletic intensity.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51206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Typography 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powered by Cinzel &amp; Cinzel Decorative evoke ancient stone inscriptions and championship titles. Body text rendered in clean, legible Inter/Outfit guarantees effortless reading across mobile and desktop displays.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51206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Motion &amp; Micro-Interactions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6177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canvas floating ember sparks, smooth spring card hover elevations (-6px translateY), animated numeric counter tickers on the Hero stats, and smooth-scroll navigation anchors create a tactile, premium feel.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931920"/>
            <a:ext cx="512064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Performance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46177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19, Vite 6, Tailwind CSS 4, and Framer Motion. Zero UI kit bloat. Lightning-fast build times (2.2s), mobile-first responsive breakpoints, and pre-configured deployment rules for Netlify and Vercel.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INTERFACE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Snapshots: Cross-Device UI Showcase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snapshot frames displaying responsive desktop, tablet, and mobile execution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Abeer Nair | The Champion's Realm • Non-Academic Portfolio Case Study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6400800" cy="4480560"/>
          </a:xfrm>
          <a:prstGeom prst="rect">
            <a:avLst/>
          </a:prstGeom>
          <a:solidFill>
            <a:srgbClr val="0A0E1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45920"/>
            <a:ext cx="6400800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9164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http://localhost:5174/  —  Abeer Nair | The Champion's Realm</a:t>
            </a:r>
            <a:endParaRPr lang="en-US" sz="900" dirty="0"/>
          </a:p>
        </p:txBody>
      </p:sp>
      <p:pic>
        <p:nvPicPr>
          <p:cNvPr id="11" name="Image 0" descr="C:/Users/hp/.gemini/antigravity/brain/7ec1e4e1-24dc-4ed9-b883-fcceae726798/desktop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217920" cy="39776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406640" y="1645920"/>
            <a:ext cx="4023360" cy="4480560"/>
          </a:xfrm>
          <a:prstGeom prst="rect">
            <a:avLst/>
          </a:prstGeom>
          <a:solidFill>
            <a:srgbClr val="0A0E17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06640" y="1645920"/>
            <a:ext cx="4023360" cy="3200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Mobile Experience (375px)</a:t>
            </a:r>
            <a:endParaRPr lang="en-US" sz="900" dirty="0"/>
          </a:p>
        </p:txBody>
      </p:sp>
      <p:pic>
        <p:nvPicPr>
          <p:cNvPr id="15" name="Image 1" descr="C:/Users/hp/.gemini/antigravity/brain/7ec1e4e1-24dc-4ed9-b883-fcceae726798/mobile_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057400"/>
            <a:ext cx="384048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STRUCTURE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Pillars &amp; Non-Academic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organization of life pursuits strictly derived from documented achievements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Abeer Nair | The Champion's Realm • Non-Academic Portfolio Case Study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342900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Competitive Sports Arena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 &amp; HIGH PRESSURE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School National Table Tennis representation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27157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West Zone Inter-University competitor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300837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Winner, NMIMS Yuva Sports 2026 Champion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33009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Team sports: Football &amp; Cricket on campus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43400" y="1645920"/>
            <a:ext cx="342900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828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Athletic Conditioning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21488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PHYSICAL HABITS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26280" y="24231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Sub-second reaction time &amp; agility footwork drills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27157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Rotational torso &amp; posterior chain power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26280" y="300837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Multi-match tournament cardiovascular stamina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26280" y="33009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100% daily discipline &amp; consistent work ethic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55280" y="1645920"/>
            <a:ext cx="342900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1828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Campus Leadership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38160" y="21488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BEHIND-THE-SCENES COORDINATION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38160" y="24231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Security Core Member (College Cultural Fest)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38160" y="27157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Organising Committee Member (SIH 2025)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138160" y="300837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DSN Team Member (NMMUN 2024)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138160" y="33009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Calm judgement, crowd awareness &amp; team sync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3931920"/>
            <a:ext cx="342900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114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Curiosity: Travel &amp; Hearth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4348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EXPLORATION &amp; FLAVOUR CRAFT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14400" y="47091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Heritage wonder: Basilica of Bom Jesus, Old Goa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14400" y="50017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Coastal journeys: Stepping outside routine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14400" y="529437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Home cooking: Slow-simmered chicken curry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14400" y="55869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Patience, culinary timing &amp; sharing with others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43400" y="3931920"/>
            <a:ext cx="342900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4114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People &amp; Communication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26280" y="44348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EXTROVERTED CONNECTIONS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26280" y="47091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Starting conversations &amp; building rapid rapport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26280" y="50017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Public speaking at NMIMS MPSTME wooden podium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26280" y="529437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Clear verbal alignment on court and at events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26280" y="55869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Connecting across Sports, Events, and Travel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955280" y="3931920"/>
            <a:ext cx="3429000" cy="2057400"/>
          </a:xfrm>
          <a:prstGeom prst="rect">
            <a:avLst/>
          </a:prstGeom>
          <a:solidFill>
            <a:srgbClr val="11182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38160" y="4114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Synthesized Skill Matrix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38160" y="44348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TRANSFERABLE WORKPLACE SKILLS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138160" y="47091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Interactive matrix connecting pursuits to skills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138160" y="50017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Teamwork, Communication, and Pressure Poise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138160" y="529437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Planning, Adaptability, and Creativity mapping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138160" y="558698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Holistic alignment with engineering leadership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 &amp;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Conclusion: The Complete Engineering Athlete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non-academic excellence shapes extraordinary professional capability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Abeer Nair | The Champion's Realm • Non-Academic Portfolio Case Study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6217920" cy="44805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745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SYNTHESIS FORMULA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Character Forged Beyond Academics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ATHLETIC CALMNESS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88036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in national table tennis teaches composure during match-point pressure—a vital skill when debugging mission-critical production outages.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52044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LEADERSHIP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74904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festival security and national hackathons proves that great outcomes require meticulous behind-the-scenes planning and proactive communication.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438912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CURIOSITY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61772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historic world heritage and learning delicate culinary recipes nurture an inventive, lifelong learner mindset.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" y="525780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EXTROVERTED ALLIANCES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548640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connecting with diverse people turns cross-functional engineering silos into unified, high-performing teams.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23760" y="1645920"/>
            <a:ext cx="4206240" cy="4480560"/>
          </a:xfrm>
          <a:prstGeom prst="rect">
            <a:avLst/>
          </a:prstGeom>
          <a:solidFill>
            <a:srgbClr val="0A0E1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PORTFOLIO METRICS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2240280"/>
            <a:ext cx="365760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230428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FACTS INVENTED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635240" y="24871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(100% Authentic)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98080" y="2880360"/>
            <a:ext cx="365760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294436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PHOTOS EMBEDDED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635240" y="31272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High-Res Real Photos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8080" y="3520440"/>
            <a:ext cx="365760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35844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&amp; VERIFICATION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635240" y="37673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Zero-Error Vite Build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98080" y="4160520"/>
            <a:ext cx="365760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422452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CODE MANAGEMENT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635240" y="44074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(AberrNair/portfolio)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98080" y="4800600"/>
            <a:ext cx="365760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486460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HOSTING COMPATIBILITY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635240" y="50474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&amp; Vercel Ready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98080" y="5440680"/>
            <a:ext cx="3657600" cy="548640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35240" y="550468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VIEWPORTS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635240" y="56875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Desktop, Tablet &amp; Mobile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SVKM's NMIMS MPSTME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Abeer Nair - Non-Academic Portfolio Case Study</dc:title>
  <dc:subject>PptxGenJS Presentation</dc:subject>
  <dc:creator>Abeer Nair</dc:creator>
  <cp:lastModifiedBy>Abeer Nair</cp:lastModifiedBy>
  <cp:revision>1</cp:revision>
  <dcterms:created xsi:type="dcterms:W3CDTF">2026-10-14T03:40:53Z</dcterms:created>
  <dcterms:modified xsi:type="dcterms:W3CDTF">2026-10-14T03:40:53Z</dcterms:modified>
</cp:coreProperties>
</file>